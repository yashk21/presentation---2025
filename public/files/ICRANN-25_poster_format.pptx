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6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77EDB75-23B0-458D-9EF1-DBB11620F32A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5" autoAdjust="0"/>
    <p:restoredTop sz="94660"/>
  </p:normalViewPr>
  <p:slideViewPr>
    <p:cSldViewPr snapToGrid="0">
      <p:cViewPr varScale="1">
        <p:scale>
          <a:sx n="16" d="100"/>
          <a:sy n="16" d="100"/>
        </p:scale>
        <p:origin x="322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56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9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9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29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44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14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17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24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54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05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63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AC7C1-5B1E-4CC7-9343-83512E07C02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E70C-93FE-4352-BC9A-85F643BE4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7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ACC4-1827-E0A8-EDEC-97924A16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3726FD-5034-CE12-4C7B-9AAE3847E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7883" y="-322256"/>
            <a:ext cx="32926283" cy="44213455"/>
          </a:xfrm>
          <a:prstGeom prst="rect">
            <a:avLst/>
          </a:prstGeom>
          <a:pattFill prst="pct2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B2B1C54-711E-5AB7-95A9-7D8917E95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3917" y="123110"/>
            <a:ext cx="2639549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5720" rIns="91441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n-US" altLang="en-US" sz="72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kumimoji="0" lang="en-US" alt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International Conference on Recent Advances in Nanoscience and Nanotechnology-2025 (ICRANN-2025)</a:t>
            </a:r>
            <a:endParaRPr kumimoji="0" lang="en-US" alt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C76081-F7B1-3A8C-7BB2-EF1726F48F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63916" cy="5294671"/>
          </a:xfrm>
          <a:prstGeom prst="rect">
            <a:avLst/>
          </a:prstGeom>
          <a:noFill/>
          <a:effectLst>
            <a:outerShdw blurRad="177800" dist="50800" dir="5400000" algn="ctr" rotWithShape="0">
              <a:schemeClr val="accent3">
                <a:lumMod val="20000"/>
                <a:lumOff val="80000"/>
                <a:alpha val="0"/>
              </a:schemeClr>
            </a:outerShdw>
          </a:effectLst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D0AE1C3C-B238-FD58-55AF-5697157F2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1800" y="1924968"/>
            <a:ext cx="225552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5720" rIns="91441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71525" algn="l"/>
                <a:tab pos="4114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1525" algn="l"/>
                <a:tab pos="4114800" algn="ctr"/>
              </a:tabLst>
              <a:defRPr/>
            </a:pPr>
            <a:r>
              <a:rPr kumimoji="0" lang="en-US" alt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kumimoji="0" lang="en-US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 20-21, 2025</a:t>
            </a:r>
            <a:endParaRPr kumimoji="0" lang="en-US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1525" algn="l"/>
                <a:tab pos="4114800" algn="ctr"/>
              </a:tabLst>
              <a:defRPr/>
            </a:pPr>
            <a:r>
              <a:rPr kumimoji="0" lang="en-US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Organized by </a:t>
            </a:r>
            <a:endParaRPr kumimoji="0" lang="en-US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1525" algn="l"/>
                <a:tab pos="4114800" algn="ctr"/>
              </a:tabLst>
              <a:defRPr/>
            </a:pPr>
            <a:r>
              <a:rPr kumimoji="0" lang="en-US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 Centre for Nanoscience (SCNS)</a:t>
            </a:r>
            <a:endParaRPr kumimoji="0" lang="en-US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1525" algn="l"/>
                <a:tab pos="4114800" algn="ctr"/>
              </a:tabLst>
              <a:defRPr/>
            </a:pPr>
            <a:r>
              <a:rPr kumimoji="0" lang="en-US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Jawaharlal Nehru University (JNU), New Delhi-110067</a:t>
            </a:r>
          </a:p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1525" algn="l"/>
                <a:tab pos="4114800" algn="ctr"/>
              </a:tabLst>
              <a:defRPr/>
            </a:pPr>
            <a:endParaRPr lang="en-US" altLang="en-US" sz="7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45720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1525" algn="l"/>
                <a:tab pos="4114800" algn="ctr"/>
              </a:tabLst>
              <a:defRPr/>
            </a:pPr>
            <a:endParaRPr kumimoji="0" lang="en-US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72E2271C-0462-86EC-786D-B96042299140}"/>
              </a:ext>
            </a:extLst>
          </p:cNvPr>
          <p:cNvSpPr/>
          <p:nvPr/>
        </p:nvSpPr>
        <p:spPr>
          <a:xfrm>
            <a:off x="477207" y="9420404"/>
            <a:ext cx="6913661" cy="4158935"/>
          </a:xfrm>
          <a:prstGeom prst="round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E03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10748B94-EFA8-6870-16CA-284B51C1D70C}"/>
              </a:ext>
            </a:extLst>
          </p:cNvPr>
          <p:cNvSpPr/>
          <p:nvPr/>
        </p:nvSpPr>
        <p:spPr>
          <a:xfrm>
            <a:off x="7851926" y="9420404"/>
            <a:ext cx="24607483" cy="4158935"/>
          </a:xfrm>
          <a:prstGeom prst="round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E03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94;p1">
            <a:extLst>
              <a:ext uri="{FF2B5EF4-FFF2-40B4-BE49-F238E27FC236}">
                <a16:creationId xmlns:a16="http://schemas.microsoft.com/office/drawing/2014/main" id="{8035DA47-6EFC-1BE3-46BB-D75AF7972422}"/>
              </a:ext>
            </a:extLst>
          </p:cNvPr>
          <p:cNvSpPr txBox="1"/>
          <p:nvPr/>
        </p:nvSpPr>
        <p:spPr>
          <a:xfrm>
            <a:off x="3978784" y="16920889"/>
            <a:ext cx="25583568" cy="2286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size of the poster is A0 (841 mm x 1190mm)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E03B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poster layout is flexible. Authors are encouraged to design their posters based on the following content requirements.</a:t>
            </a:r>
          </a:p>
          <a:p>
            <a:pPr marL="62293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Abstract</a:t>
            </a:r>
          </a:p>
          <a:p>
            <a:pPr marL="62293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  <a:p>
            <a:pPr marL="62293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Methodology</a:t>
            </a:r>
          </a:p>
          <a:p>
            <a:pPr marL="62293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Results and Discussions</a:t>
            </a:r>
          </a:p>
          <a:p>
            <a:pPr marL="62293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Novelty</a:t>
            </a:r>
          </a:p>
          <a:p>
            <a:pPr marL="62293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Conclusions /Future work</a:t>
            </a:r>
          </a:p>
          <a:p>
            <a:pPr marL="5086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086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858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B0DC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Preferred font size and text:</a:t>
            </a:r>
          </a:p>
          <a:p>
            <a:pPr marL="22288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E03B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 text in “Times New Roman”</a:t>
            </a:r>
          </a:p>
          <a:p>
            <a:pPr marL="22288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E03B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font size of the headings : 54 </a:t>
            </a:r>
            <a:r>
              <a:rPr kumimoji="0" lang="en-US" sz="8000" b="1" i="0" u="none" strike="noStrike" kern="1200" cap="none" spc="0" normalizeH="0" baseline="0" noProof="0" dirty="0" err="1">
                <a:ln>
                  <a:noFill/>
                </a:ln>
                <a:solidFill>
                  <a:srgbClr val="1E03B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E03B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2885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E03B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font size of the text: 36 </a:t>
            </a:r>
            <a:r>
              <a:rPr kumimoji="0" lang="en-US" sz="8000" b="1" i="0" u="none" strike="noStrike" kern="1200" cap="none" spc="0" normalizeH="0" baseline="0" noProof="0" dirty="0" err="1">
                <a:ln>
                  <a:noFill/>
                </a:ln>
                <a:solidFill>
                  <a:srgbClr val="1E03B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pt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E03B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Google Shape;94;p1">
            <a:extLst>
              <a:ext uri="{FF2B5EF4-FFF2-40B4-BE49-F238E27FC236}">
                <a16:creationId xmlns:a16="http://schemas.microsoft.com/office/drawing/2014/main" id="{A2FD6AD0-E29A-3E9A-808C-42B0118B3CCD}"/>
              </a:ext>
            </a:extLst>
          </p:cNvPr>
          <p:cNvSpPr txBox="1"/>
          <p:nvPr/>
        </p:nvSpPr>
        <p:spPr>
          <a:xfrm>
            <a:off x="983012" y="10611423"/>
            <a:ext cx="5991544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E03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Paper ID: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1E03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94;p1">
            <a:extLst>
              <a:ext uri="{FF2B5EF4-FFF2-40B4-BE49-F238E27FC236}">
                <a16:creationId xmlns:a16="http://schemas.microsoft.com/office/drawing/2014/main" id="{33E04287-6D56-BF7D-E5F2-411F693DCBB9}"/>
              </a:ext>
            </a:extLst>
          </p:cNvPr>
          <p:cNvSpPr txBox="1"/>
          <p:nvPr/>
        </p:nvSpPr>
        <p:spPr>
          <a:xfrm>
            <a:off x="8008621" y="10228773"/>
            <a:ext cx="23989730" cy="232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Title of the Paper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Author Names: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7C5E3-7285-42A8-3544-B31DA397804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86905" y="6092997"/>
            <a:ext cx="7924455" cy="3280936"/>
          </a:xfrm>
          <a:prstGeom prst="rect">
            <a:avLst/>
          </a:prstGeom>
        </p:spPr>
      </p:pic>
      <p:pic>
        <p:nvPicPr>
          <p:cNvPr id="4" name="Picture 3" descr="CSIR Logo">
            <a:extLst>
              <a:ext uri="{FF2B5EF4-FFF2-40B4-BE49-F238E27FC236}">
                <a16:creationId xmlns:a16="http://schemas.microsoft.com/office/drawing/2014/main" id="{0B8186EE-D1F4-A0FF-23A8-2A1122A26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839" y="5941342"/>
            <a:ext cx="4246067" cy="337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NanoTech Logo">
            <a:extLst>
              <a:ext uri="{FF2B5EF4-FFF2-40B4-BE49-F238E27FC236}">
                <a16:creationId xmlns:a16="http://schemas.microsoft.com/office/drawing/2014/main" id="{69C318CD-690A-205E-549B-E36477BFF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7359" y="6520235"/>
            <a:ext cx="6124974" cy="279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A7F08-619E-DCBB-BEF8-0FC3DAA1E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654" y="6092997"/>
            <a:ext cx="3161185" cy="304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33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101</TotalTime>
  <Words>122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janhavi manu</dc:creator>
  <cp:lastModifiedBy>sandeep kumar</cp:lastModifiedBy>
  <cp:revision>5</cp:revision>
  <dcterms:created xsi:type="dcterms:W3CDTF">2025-12-08T10:44:46Z</dcterms:created>
  <dcterms:modified xsi:type="dcterms:W3CDTF">2025-12-09T09:27:11Z</dcterms:modified>
</cp:coreProperties>
</file>